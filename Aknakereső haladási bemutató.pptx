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-2" y="10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328334"/>
            <a:ext cx="6858000" cy="136789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Aknakere</a:t>
            </a:r>
            <a:r>
              <a:rPr lang="hu-HU" dirty="0" err="1"/>
              <a:t>ső</a:t>
            </a:r>
            <a:r>
              <a:rPr lang="hu-HU" dirty="0"/>
              <a:t> haladási bemutató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1" y="3602038"/>
            <a:ext cx="6857999" cy="953029"/>
          </a:xfrm>
        </p:spPr>
        <p:txBody>
          <a:bodyPr>
            <a:normAutofit/>
          </a:bodyPr>
          <a:lstStyle/>
          <a:p>
            <a:pPr algn="ctr"/>
            <a:r>
              <a:rPr lang="hu-HU" dirty="0"/>
              <a:t>Készítette: Varga Dániel Zsolt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E1DDAD8-1D10-4640-A034-BE90015E3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75" name="Rectangle 174">
              <a:extLst>
                <a:ext uri="{FF2B5EF4-FFF2-40B4-BE49-F238E27FC236}">
                  <a16:creationId xmlns:a16="http://schemas.microsoft.com/office/drawing/2014/main" id="{52FE7688-721D-4A97-B007-BDE056094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6" name="Picture 2">
              <a:extLst>
                <a:ext uri="{FF2B5EF4-FFF2-40B4-BE49-F238E27FC236}">
                  <a16:creationId xmlns:a16="http://schemas.microsoft.com/office/drawing/2014/main" id="{9E73A810-8571-4A9D-A3CB-336933AB4C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close up of circuit board">
            <a:extLst>
              <a:ext uri="{FF2B5EF4-FFF2-40B4-BE49-F238E27FC236}">
                <a16:creationId xmlns:a16="http://schemas.microsoft.com/office/drawing/2014/main" id="{4B216623-4B59-4FC0-8E90-468349035D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l="17220" r="9210" b="-1"/>
          <a:stretch/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D642FB6-2808-4BC5-AE0B-7302C24B7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0B0B8F04-D9A7-48E5-A29C-51A66B59D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0" name="Freeform 6">
              <a:extLst>
                <a:ext uri="{FF2B5EF4-FFF2-40B4-BE49-F238E27FC236}">
                  <a16:creationId xmlns:a16="http://schemas.microsoft.com/office/drawing/2014/main" id="{D6D18883-6BFF-42BB-8088-FCCF83F9C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7">
              <a:extLst>
                <a:ext uri="{FF2B5EF4-FFF2-40B4-BE49-F238E27FC236}">
                  <a16:creationId xmlns:a16="http://schemas.microsoft.com/office/drawing/2014/main" id="{1D0FEFB3-A009-4D0F-9107-C0B17786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8E86C7F-B981-4448-8A1A-856F7124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83" name="Freeform 9">
              <a:extLst>
                <a:ext uri="{FF2B5EF4-FFF2-40B4-BE49-F238E27FC236}">
                  <a16:creationId xmlns:a16="http://schemas.microsoft.com/office/drawing/2014/main" id="{4C6CFFD9-BA00-4184-8310-5FC955095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Freeform 10">
              <a:extLst>
                <a:ext uri="{FF2B5EF4-FFF2-40B4-BE49-F238E27FC236}">
                  <a16:creationId xmlns:a16="http://schemas.microsoft.com/office/drawing/2014/main" id="{A1892DF3-4848-496C-8664-DFD32EE25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Freeform 11">
              <a:extLst>
                <a:ext uri="{FF2B5EF4-FFF2-40B4-BE49-F238E27FC236}">
                  <a16:creationId xmlns:a16="http://schemas.microsoft.com/office/drawing/2014/main" id="{D6DB8C30-651E-4D8F-A70C-163FC5842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6" name="Freeform 12">
              <a:extLst>
                <a:ext uri="{FF2B5EF4-FFF2-40B4-BE49-F238E27FC236}">
                  <a16:creationId xmlns:a16="http://schemas.microsoft.com/office/drawing/2014/main" id="{563DFB81-F969-4F44-BA6C-63479564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7" name="Freeform 13">
              <a:extLst>
                <a:ext uri="{FF2B5EF4-FFF2-40B4-BE49-F238E27FC236}">
                  <a16:creationId xmlns:a16="http://schemas.microsoft.com/office/drawing/2014/main" id="{8E5DE346-AFCA-40DA-B5E2-93A86EA54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8" name="Freeform 14">
              <a:extLst>
                <a:ext uri="{FF2B5EF4-FFF2-40B4-BE49-F238E27FC236}">
                  <a16:creationId xmlns:a16="http://schemas.microsoft.com/office/drawing/2014/main" id="{77A34306-2AE8-43D0-9686-E97B3B53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9" name="Freeform 15">
              <a:extLst>
                <a:ext uri="{FF2B5EF4-FFF2-40B4-BE49-F238E27FC236}">
                  <a16:creationId xmlns:a16="http://schemas.microsoft.com/office/drawing/2014/main" id="{B9CC10F0-FFCD-4CB9-AF4C-22722D20B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0" name="Freeform 16">
              <a:extLst>
                <a:ext uri="{FF2B5EF4-FFF2-40B4-BE49-F238E27FC236}">
                  <a16:creationId xmlns:a16="http://schemas.microsoft.com/office/drawing/2014/main" id="{2A6B0E38-C962-4491-BFDA-75378B4D6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1" name="Freeform 17">
              <a:extLst>
                <a:ext uri="{FF2B5EF4-FFF2-40B4-BE49-F238E27FC236}">
                  <a16:creationId xmlns:a16="http://schemas.microsoft.com/office/drawing/2014/main" id="{655F640B-8407-487C-8696-F4745147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2" name="Freeform 18">
              <a:extLst>
                <a:ext uri="{FF2B5EF4-FFF2-40B4-BE49-F238E27FC236}">
                  <a16:creationId xmlns:a16="http://schemas.microsoft.com/office/drawing/2014/main" id="{FAB4F099-4FF6-4410-A5B9-2A535571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3" name="Freeform 19">
              <a:extLst>
                <a:ext uri="{FF2B5EF4-FFF2-40B4-BE49-F238E27FC236}">
                  <a16:creationId xmlns:a16="http://schemas.microsoft.com/office/drawing/2014/main" id="{6FE80B6E-3DA9-4304-9925-12E578C4E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4" name="Freeform 20">
              <a:extLst>
                <a:ext uri="{FF2B5EF4-FFF2-40B4-BE49-F238E27FC236}">
                  <a16:creationId xmlns:a16="http://schemas.microsoft.com/office/drawing/2014/main" id="{67D1CB75-0CBA-4E13-924C-21F221D7B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5" name="Freeform 21">
              <a:extLst>
                <a:ext uri="{FF2B5EF4-FFF2-40B4-BE49-F238E27FC236}">
                  <a16:creationId xmlns:a16="http://schemas.microsoft.com/office/drawing/2014/main" id="{F2CC783B-FA45-4777-A76A-982B285C7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6" name="Freeform 22">
              <a:extLst>
                <a:ext uri="{FF2B5EF4-FFF2-40B4-BE49-F238E27FC236}">
                  <a16:creationId xmlns:a16="http://schemas.microsoft.com/office/drawing/2014/main" id="{D68F4DD3-D736-4B78-972E-F5128CFBE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7" name="Freeform 23">
              <a:extLst>
                <a:ext uri="{FF2B5EF4-FFF2-40B4-BE49-F238E27FC236}">
                  <a16:creationId xmlns:a16="http://schemas.microsoft.com/office/drawing/2014/main" id="{B14AF103-15B3-4796-A71A-297D37E17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8" name="Freeform 24">
              <a:extLst>
                <a:ext uri="{FF2B5EF4-FFF2-40B4-BE49-F238E27FC236}">
                  <a16:creationId xmlns:a16="http://schemas.microsoft.com/office/drawing/2014/main" id="{B0B240FB-0453-4B6F-9F9B-C2C3305AC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9" name="Freeform 25">
              <a:extLst>
                <a:ext uri="{FF2B5EF4-FFF2-40B4-BE49-F238E27FC236}">
                  <a16:creationId xmlns:a16="http://schemas.microsoft.com/office/drawing/2014/main" id="{EBBBDCEE-433E-40F3-B49D-375CB162A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0" name="Freeform 26">
              <a:extLst>
                <a:ext uri="{FF2B5EF4-FFF2-40B4-BE49-F238E27FC236}">
                  <a16:creationId xmlns:a16="http://schemas.microsoft.com/office/drawing/2014/main" id="{09B123C6-141E-4A37-B5A7-27E7764F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1" name="Freeform 27">
              <a:extLst>
                <a:ext uri="{FF2B5EF4-FFF2-40B4-BE49-F238E27FC236}">
                  <a16:creationId xmlns:a16="http://schemas.microsoft.com/office/drawing/2014/main" id="{1FA1F521-36A1-49FF-84A7-229E8970F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2" name="Freeform 28">
              <a:extLst>
                <a:ext uri="{FF2B5EF4-FFF2-40B4-BE49-F238E27FC236}">
                  <a16:creationId xmlns:a16="http://schemas.microsoft.com/office/drawing/2014/main" id="{DE512F89-D901-4487-A42C-02345EC5FC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3" name="Freeform 29">
              <a:extLst>
                <a:ext uri="{FF2B5EF4-FFF2-40B4-BE49-F238E27FC236}">
                  <a16:creationId xmlns:a16="http://schemas.microsoft.com/office/drawing/2014/main" id="{ED3ED0E5-3226-4B78-B3EA-C591824B8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4" name="Freeform 30">
              <a:extLst>
                <a:ext uri="{FF2B5EF4-FFF2-40B4-BE49-F238E27FC236}">
                  <a16:creationId xmlns:a16="http://schemas.microsoft.com/office/drawing/2014/main" id="{9CBB1F68-B6DE-4ECF-B20F-328F9811E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5" name="Freeform 31">
              <a:extLst>
                <a:ext uri="{FF2B5EF4-FFF2-40B4-BE49-F238E27FC236}">
                  <a16:creationId xmlns:a16="http://schemas.microsoft.com/office/drawing/2014/main" id="{A566C551-9523-4D97-A8CF-5C91F436C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6" name="Freeform 32">
              <a:extLst>
                <a:ext uri="{FF2B5EF4-FFF2-40B4-BE49-F238E27FC236}">
                  <a16:creationId xmlns:a16="http://schemas.microsoft.com/office/drawing/2014/main" id="{9E166BA0-9268-4419-9332-2D30C2123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B700C031-AA54-4DC7-B8A2-2569B3FA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08" name="Freeform 34">
              <a:extLst>
                <a:ext uri="{FF2B5EF4-FFF2-40B4-BE49-F238E27FC236}">
                  <a16:creationId xmlns:a16="http://schemas.microsoft.com/office/drawing/2014/main" id="{03045EC8-ECC8-473F-8786-DE266F05B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9" name="Freeform 35">
              <a:extLst>
                <a:ext uri="{FF2B5EF4-FFF2-40B4-BE49-F238E27FC236}">
                  <a16:creationId xmlns:a16="http://schemas.microsoft.com/office/drawing/2014/main" id="{9337EBA2-5088-4A44-8C0B-A6EE78989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0" name="Freeform 36">
              <a:extLst>
                <a:ext uri="{FF2B5EF4-FFF2-40B4-BE49-F238E27FC236}">
                  <a16:creationId xmlns:a16="http://schemas.microsoft.com/office/drawing/2014/main" id="{3486A705-2593-45C9-A13E-8E2FB7C35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1" name="Freeform 37">
              <a:extLst>
                <a:ext uri="{FF2B5EF4-FFF2-40B4-BE49-F238E27FC236}">
                  <a16:creationId xmlns:a16="http://schemas.microsoft.com/office/drawing/2014/main" id="{F357321C-6DEE-4D02-A997-75E47EE0E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2" name="Freeform 38">
              <a:extLst>
                <a:ext uri="{FF2B5EF4-FFF2-40B4-BE49-F238E27FC236}">
                  <a16:creationId xmlns:a16="http://schemas.microsoft.com/office/drawing/2014/main" id="{D0B8F87F-3530-4BCD-A8E5-C1B83707B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3" name="Freeform 39">
              <a:extLst>
                <a:ext uri="{FF2B5EF4-FFF2-40B4-BE49-F238E27FC236}">
                  <a16:creationId xmlns:a16="http://schemas.microsoft.com/office/drawing/2014/main" id="{5BE86BA3-AB0E-4F70-A552-0D9EB9E98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4" name="Freeform 40">
              <a:extLst>
                <a:ext uri="{FF2B5EF4-FFF2-40B4-BE49-F238E27FC236}">
                  <a16:creationId xmlns:a16="http://schemas.microsoft.com/office/drawing/2014/main" id="{DF5FE773-B9AE-4A3F-8EDC-165CE579B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5" name="Freeform 41">
              <a:extLst>
                <a:ext uri="{FF2B5EF4-FFF2-40B4-BE49-F238E27FC236}">
                  <a16:creationId xmlns:a16="http://schemas.microsoft.com/office/drawing/2014/main" id="{4A03D7BE-B358-4F8B-85EA-65E0CBF2D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6" name="Freeform 42">
              <a:extLst>
                <a:ext uri="{FF2B5EF4-FFF2-40B4-BE49-F238E27FC236}">
                  <a16:creationId xmlns:a16="http://schemas.microsoft.com/office/drawing/2014/main" id="{A6548877-0957-435B-A419-389A278E5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7" name="Freeform 43">
              <a:extLst>
                <a:ext uri="{FF2B5EF4-FFF2-40B4-BE49-F238E27FC236}">
                  <a16:creationId xmlns:a16="http://schemas.microsoft.com/office/drawing/2014/main" id="{B2D5EA95-9E60-468A-8DA1-40F05C9BD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8" name="Freeform 44">
              <a:extLst>
                <a:ext uri="{FF2B5EF4-FFF2-40B4-BE49-F238E27FC236}">
                  <a16:creationId xmlns:a16="http://schemas.microsoft.com/office/drawing/2014/main" id="{C9B409CE-11E5-40D1-8C9B-86614EAE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9E594AF5-DB50-4227-AC2F-10EE5233C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0" name="Freeform 46">
              <a:extLst>
                <a:ext uri="{FF2B5EF4-FFF2-40B4-BE49-F238E27FC236}">
                  <a16:creationId xmlns:a16="http://schemas.microsoft.com/office/drawing/2014/main" id="{9335DCAF-74A2-4994-B5BF-1C079A40A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1" name="Freeform 47">
              <a:extLst>
                <a:ext uri="{FF2B5EF4-FFF2-40B4-BE49-F238E27FC236}">
                  <a16:creationId xmlns:a16="http://schemas.microsoft.com/office/drawing/2014/main" id="{1DC8E1A2-0C6B-4BA9-85F4-3645AED5DE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Freeform 48">
              <a:extLst>
                <a:ext uri="{FF2B5EF4-FFF2-40B4-BE49-F238E27FC236}">
                  <a16:creationId xmlns:a16="http://schemas.microsoft.com/office/drawing/2014/main" id="{28F38DE0-3BEE-441A-8212-E77DA2328A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Freeform 49">
              <a:extLst>
                <a:ext uri="{FF2B5EF4-FFF2-40B4-BE49-F238E27FC236}">
                  <a16:creationId xmlns:a16="http://schemas.microsoft.com/office/drawing/2014/main" id="{AE81208E-D239-496C-A312-506B0241B3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4" name="Freeform 50">
              <a:extLst>
                <a:ext uri="{FF2B5EF4-FFF2-40B4-BE49-F238E27FC236}">
                  <a16:creationId xmlns:a16="http://schemas.microsoft.com/office/drawing/2014/main" id="{242FE966-DDA4-4668-B8D6-C4B0D4C78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Freeform 51">
              <a:extLst>
                <a:ext uri="{FF2B5EF4-FFF2-40B4-BE49-F238E27FC236}">
                  <a16:creationId xmlns:a16="http://schemas.microsoft.com/office/drawing/2014/main" id="{FB0A5F60-550F-4025-9DCE-6F42A7C06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Freeform 52">
              <a:extLst>
                <a:ext uri="{FF2B5EF4-FFF2-40B4-BE49-F238E27FC236}">
                  <a16:creationId xmlns:a16="http://schemas.microsoft.com/office/drawing/2014/main" id="{D7B61D18-4A61-44C9-A809-40639E8C1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Freeform 53">
              <a:extLst>
                <a:ext uri="{FF2B5EF4-FFF2-40B4-BE49-F238E27FC236}">
                  <a16:creationId xmlns:a16="http://schemas.microsoft.com/office/drawing/2014/main" id="{CB26E7EB-DC12-4BA7-B5DE-09EF2C1D0A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Freeform 54">
              <a:extLst>
                <a:ext uri="{FF2B5EF4-FFF2-40B4-BE49-F238E27FC236}">
                  <a16:creationId xmlns:a16="http://schemas.microsoft.com/office/drawing/2014/main" id="{921237B4-9D85-4611-851F-5DBD71544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Freeform 55">
              <a:extLst>
                <a:ext uri="{FF2B5EF4-FFF2-40B4-BE49-F238E27FC236}">
                  <a16:creationId xmlns:a16="http://schemas.microsoft.com/office/drawing/2014/main" id="{C91509DE-9FAA-4E84-BCC1-CDDBEA8AC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Freeform 56">
              <a:extLst>
                <a:ext uri="{FF2B5EF4-FFF2-40B4-BE49-F238E27FC236}">
                  <a16:creationId xmlns:a16="http://schemas.microsoft.com/office/drawing/2014/main" id="{C7029B06-6A09-4E46-BA86-F3C66DBDD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Freeform 57">
              <a:extLst>
                <a:ext uri="{FF2B5EF4-FFF2-40B4-BE49-F238E27FC236}">
                  <a16:creationId xmlns:a16="http://schemas.microsoft.com/office/drawing/2014/main" id="{FF4ACFBF-D1F2-47B1-B0EB-F08C6508B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Freeform 58">
              <a:extLst>
                <a:ext uri="{FF2B5EF4-FFF2-40B4-BE49-F238E27FC236}">
                  <a16:creationId xmlns:a16="http://schemas.microsoft.com/office/drawing/2014/main" id="{A6FD1991-3A0E-4F63-BAD9-A98C2986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1478570"/>
          </a:xfrm>
        </p:spPr>
        <p:txBody>
          <a:bodyPr>
            <a:normAutofit/>
          </a:bodyPr>
          <a:lstStyle/>
          <a:p>
            <a:r>
              <a:rPr lang="hu-HU" sz="3200" dirty="0"/>
              <a:t>Haladási összefoglaló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9AB7-9E36-4EAD-B44A-9E0CEA24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2519" y="2249487"/>
            <a:ext cx="3084892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hu-HU" sz="1600" dirty="0"/>
              <a:t>1. hét (szept. 11. - 17.)</a:t>
            </a:r>
          </a:p>
          <a:p>
            <a:pPr lvl="1">
              <a:lnSpc>
                <a:spcPct val="110000"/>
              </a:lnSpc>
            </a:pPr>
            <a:r>
              <a:rPr lang="hu-HU" sz="1200" dirty="0"/>
              <a:t>Az aknamező generálása</a:t>
            </a:r>
          </a:p>
          <a:p>
            <a:pPr>
              <a:lnSpc>
                <a:spcPct val="110000"/>
              </a:lnSpc>
            </a:pPr>
            <a:r>
              <a:rPr lang="hu-HU" sz="1600" dirty="0"/>
              <a:t>2. hét (szept. 18. - 24.)</a:t>
            </a:r>
          </a:p>
          <a:p>
            <a:pPr lvl="1">
              <a:lnSpc>
                <a:spcPct val="110000"/>
              </a:lnSpc>
            </a:pPr>
            <a:r>
              <a:rPr lang="hu-HU" sz="1200" dirty="0"/>
              <a:t>A mező kirajzolása és működése</a:t>
            </a:r>
          </a:p>
          <a:p>
            <a:pPr>
              <a:lnSpc>
                <a:spcPct val="110000"/>
              </a:lnSpc>
            </a:pPr>
            <a:r>
              <a:rPr lang="hu-HU" sz="1600" dirty="0"/>
              <a:t>3. hét (szept. 25. - okt. 1.)</a:t>
            </a:r>
          </a:p>
          <a:p>
            <a:pPr lvl="1">
              <a:lnSpc>
                <a:spcPct val="110000"/>
              </a:lnSpc>
            </a:pPr>
            <a:r>
              <a:rPr lang="hu-HU" sz="1200" dirty="0"/>
              <a:t>Végeredmény ellenőrzése</a:t>
            </a:r>
          </a:p>
          <a:p>
            <a:pPr>
              <a:lnSpc>
                <a:spcPct val="110000"/>
              </a:lnSpc>
            </a:pPr>
            <a:r>
              <a:rPr lang="hu-HU" sz="1600" dirty="0"/>
              <a:t>4. hét (okt. 2. - okt. 8.)</a:t>
            </a:r>
          </a:p>
          <a:p>
            <a:pPr lvl="1">
              <a:lnSpc>
                <a:spcPct val="110000"/>
              </a:lnSpc>
            </a:pPr>
            <a:r>
              <a:rPr lang="hu-HU" sz="1200" dirty="0"/>
              <a:t>Kezdőmenü elkészítése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948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84C1B-E00E-4F3C-8811-4B7B1165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Hét – aknamező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24B40-A025-44C1-AC9C-FAF6C6432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Egy külön fájlban elkészítettem az aknamező generálásához szükséges algoritmust.</a:t>
            </a:r>
          </a:p>
          <a:p>
            <a:r>
              <a:rPr lang="hu-HU" dirty="0"/>
              <a:t>Az függvény 3 bemenettel rendelkezik,</a:t>
            </a:r>
          </a:p>
          <a:p>
            <a:pPr lvl="1"/>
            <a:r>
              <a:rPr lang="hu-HU" dirty="0" err="1"/>
              <a:t>width</a:t>
            </a:r>
            <a:r>
              <a:rPr lang="hu-HU" dirty="0"/>
              <a:t> (int): az aknamező szélessége,</a:t>
            </a:r>
          </a:p>
          <a:p>
            <a:pPr lvl="1"/>
            <a:r>
              <a:rPr lang="hu-HU" dirty="0" err="1"/>
              <a:t>height</a:t>
            </a:r>
            <a:r>
              <a:rPr lang="hu-HU" dirty="0"/>
              <a:t> (int): annak magassága, és</a:t>
            </a:r>
          </a:p>
          <a:p>
            <a:pPr lvl="1"/>
            <a:r>
              <a:rPr lang="hu-HU" dirty="0" err="1"/>
              <a:t>mines</a:t>
            </a:r>
            <a:r>
              <a:rPr lang="hu-HU" dirty="0"/>
              <a:t> (int): az azon található aknák mennyisége.</a:t>
            </a:r>
          </a:p>
          <a:p>
            <a:r>
              <a:rPr lang="hu-HU" dirty="0"/>
              <a:t>A kimenete egy „</a:t>
            </a:r>
            <a:r>
              <a:rPr lang="hu-HU" dirty="0" err="1"/>
              <a:t>game.mines</a:t>
            </a:r>
            <a:r>
              <a:rPr lang="hu-HU" dirty="0"/>
              <a:t>” nevű fájl, mely kódoltan tartalmazza az összes adatot, hogy a fájl megnyitásával ne lehessen csalni.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6863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42D5-563D-439B-8745-0247949D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Hét – aknamező rajzolása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F1C0-3122-4BC0-A68C-FC56CED83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Itt kezdődött el a „main.py” program fejlesztése.</a:t>
            </a:r>
            <a:br>
              <a:rPr lang="hu-HU" dirty="0"/>
            </a:br>
            <a:r>
              <a:rPr lang="hu-HU" dirty="0"/>
              <a:t>Grafikus felülethez a „</a:t>
            </a:r>
            <a:r>
              <a:rPr lang="hu-HU" dirty="0" err="1"/>
              <a:t>tkinter</a:t>
            </a:r>
            <a:r>
              <a:rPr lang="hu-HU" dirty="0"/>
              <a:t>” nevű könyvtárat használtam.</a:t>
            </a:r>
          </a:p>
          <a:p>
            <a:r>
              <a:rPr lang="hu-HU" dirty="0"/>
              <a:t>Az aknamező gombokból készült a határok egyszerűbb meghasználása és a kattintásra való reagálás egyszerűbb feldolgozása szempontjából.</a:t>
            </a:r>
          </a:p>
          <a:p>
            <a:r>
              <a:rPr lang="hu-HU" dirty="0"/>
              <a:t>Minden gomb megrajzoláskor teljesen üres, mérete előre meghatározott.</a:t>
            </a:r>
          </a:p>
        </p:txBody>
      </p:sp>
    </p:spTree>
    <p:extLst>
      <p:ext uri="{BB962C8B-B14F-4D97-AF65-F5344CB8AC3E}">
        <p14:creationId xmlns:p14="http://schemas.microsoft.com/office/powerpoint/2010/main" val="363485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C9FA2-856C-4E9D-87D9-28299D8F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Hét – alap játékfunkciók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5EF11-17EA-4481-82DB-F07E6795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Bal kattintás hatására a mező fel lesz fedve (megjelenik a rajta levő szám).</a:t>
            </a:r>
          </a:p>
          <a:p>
            <a:pPr lvl="1"/>
            <a:r>
              <a:rPr lang="hu-HU" dirty="0"/>
              <a:t>Amennyiben ez a szám „0” a körülötte lévő 8 mező is felfedődik.</a:t>
            </a:r>
          </a:p>
          <a:p>
            <a:r>
              <a:rPr lang="hu-HU" dirty="0"/>
              <a:t>Jobb kattintásra a mező vörössé változik, mely megakadályozza annak felfedését, ezzel megjelölve egy akna pozícióját.</a:t>
            </a:r>
          </a:p>
          <a:p>
            <a:pPr lvl="1"/>
            <a:r>
              <a:rPr lang="hu-HU" dirty="0"/>
              <a:t>Ez a jelzés csak a felhasználónak ad segítséget. A nyeréshez nem szükséges egy aknát sem megjelölni.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6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9272-D108-4F20-A2B1-02EA7C72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3. Hét – az eredmény eldöntése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D594E-36E6-4947-BFD3-1F3BB9CD9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Ki lett bővítve a bal kattintással meghívható függvény, hogy írjon ki egy üzenetet és utána zárja be a programot (a játékot elvesztette a felhasználó).</a:t>
            </a:r>
          </a:p>
          <a:p>
            <a:r>
              <a:rPr lang="hu-HU" dirty="0"/>
              <a:t>Elkészült egy függvény, mely minden bal kattintás után lefut és ellenőrzi, hogy fel van e nyitva az összes nem aknát tartalmazó mező.</a:t>
            </a:r>
          </a:p>
        </p:txBody>
      </p:sp>
    </p:spTree>
    <p:extLst>
      <p:ext uri="{BB962C8B-B14F-4D97-AF65-F5344CB8AC3E}">
        <p14:creationId xmlns:p14="http://schemas.microsoft.com/office/powerpoint/2010/main" val="1746590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43D7-4BB7-4885-AC9C-D90DB984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4. Hét – kezdőmenü elkészítése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4884-4D2F-4631-A18B-E523D9B5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hu-HU" dirty="0"/>
              <a:t>kezdő ablak elkészítése, majd bezárása kattintásra.</a:t>
            </a:r>
          </a:p>
          <a:p>
            <a:r>
              <a:rPr lang="hu-HU" dirty="0"/>
              <a:t>3+1 gomb és azok függvényeinek elkészítése a nehézségi szinteknek és a személyre szabható aknamezőnek</a:t>
            </a:r>
          </a:p>
          <a:p>
            <a:r>
              <a:rPr lang="hu-HU" dirty="0"/>
              <a:t>Saját aknamező készítéséhez az ablak elkészítése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7546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72</TotalTime>
  <Words>366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Circuit</vt:lpstr>
      <vt:lpstr>Aknakereső haladási bemutató</vt:lpstr>
      <vt:lpstr>Haladási összefoglaló</vt:lpstr>
      <vt:lpstr>1. Hét – aknamező </vt:lpstr>
      <vt:lpstr>2. Hét – aknamező rajzolása</vt:lpstr>
      <vt:lpstr>2. Hét – alap játékfunkciók</vt:lpstr>
      <vt:lpstr>3. Hét – az eredmény eldöntése</vt:lpstr>
      <vt:lpstr>4. Hét – kezdőmenü elkészítése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Aknakereső haladási terv</dc:title>
  <dc:creator>Dániel Zsolt</dc:creator>
  <cp:lastModifiedBy>Dániel Zsolt</cp:lastModifiedBy>
  <cp:revision>7</cp:revision>
  <dcterms:created xsi:type="dcterms:W3CDTF">2026-10-02T07:44:00Z</dcterms:created>
  <dcterms:modified xsi:type="dcterms:W3CDTF">2026-10-12T11:30:15Z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